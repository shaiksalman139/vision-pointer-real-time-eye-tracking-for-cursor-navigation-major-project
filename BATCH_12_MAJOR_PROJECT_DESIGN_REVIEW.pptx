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66" r:id="rId4"/>
    <p:sldId id="257" r:id="rId5"/>
    <p:sldId id="260" r:id="rId6"/>
    <p:sldId id="274" r:id="rId7"/>
    <p:sldId id="265" r:id="rId8"/>
    <p:sldId id="276" r:id="rId9"/>
    <p:sldId id="277" r:id="rId10"/>
    <p:sldId id="278" r:id="rId11"/>
    <p:sldId id="279" r:id="rId12"/>
    <p:sldId id="267" r:id="rId13"/>
    <p:sldId id="275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D2A50-AC5D-42B2-B2A1-75BE12BF3765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82C58-88B1-47DA-A643-3DED775F266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9457" y="1851905"/>
            <a:ext cx="10816045" cy="1680099"/>
          </a:xfrm>
        </p:spPr>
        <p:txBody>
          <a:bodyPr>
            <a:noAutofit/>
          </a:bodyPr>
          <a:lstStyle/>
          <a:p>
            <a:r>
              <a:rPr lang="en-US" sz="4400" b="1" dirty="0" err="1"/>
              <a:t>VisionPointer</a:t>
            </a:r>
            <a:r>
              <a:rPr lang="en-US" sz="4400" b="1" dirty="0"/>
              <a:t>: Real-Time Eye Tracking for Cursor Navigation</a:t>
            </a:r>
            <a:endParaRPr lang="en-IN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224" y="4542563"/>
            <a:ext cx="11348513" cy="165576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                                                                                                                           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Sai Sree       : 22P65A6719     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P. Sai Shruthi   : 21P61A67F0    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Shaik Salman  : 21P61A67G4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N. Vinay          : 21P61A67D3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325" y="292553"/>
            <a:ext cx="8071350" cy="1301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3497" y="4659829"/>
            <a:ext cx="341500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  Krishna Chaitanya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Asst. professor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" y="318770"/>
            <a:ext cx="11962765" cy="525780"/>
          </a:xfrm>
        </p:spPr>
        <p:txBody>
          <a:bodyPr>
            <a:normAutofit fontScale="90000"/>
          </a:bodyPr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30275"/>
            <a:ext cx="10884535" cy="5565140"/>
          </a:xfrm>
        </p:spPr>
        <p:txBody>
          <a:bodyPr>
            <a:normAutofit fontScale="25000"/>
          </a:bodyPr>
          <a:lstStyle/>
          <a:p>
            <a:pPr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enables cursor control through eye movements, improving accessibility for people with physical disabilities. It combines computer vision and HCI to create an intuitive interface.</a:t>
            </a:r>
          </a:p>
          <a:p>
            <a:pPr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OpenCV, the system captures real-time video from a camera to track eye movements. It provides a hands-free way to interact with computers.</a:t>
            </a:r>
          </a:p>
          <a:p>
            <a:pPr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convert eye direction and intensity into cursor movement, offering real-time interaction. This eliminates the need for physical input devices.</a:t>
            </a:r>
          </a:p>
          <a:p>
            <a:pPr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accessibility for users with motor impairments, helping them communicate and engage with digital content. It provides an alternative to traditional input methods.</a:t>
            </a:r>
          </a:p>
          <a:p>
            <a:pPr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hands-free system reduces reliance on devices like mice and keyboards. It offers a more adaptive and comfortable way to interact with computers.</a:t>
            </a:r>
          </a:p>
          <a:p>
            <a:pPr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represents a breakthrough in human-computer interaction. It promotes inclusivity and digital equity, especially in healthcare and daily life.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372745"/>
            <a:ext cx="10608310" cy="622935"/>
          </a:xfrm>
        </p:spPr>
        <p:txBody>
          <a:bodyPr>
            <a:normAutofit fontScale="90000"/>
          </a:bodyPr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315" y="1273175"/>
            <a:ext cx="11367770" cy="5584825"/>
          </a:xfrm>
        </p:spPr>
        <p:txBody>
          <a:bodyPr>
            <a:noAutofit/>
          </a:bodyPr>
          <a:lstStyle/>
          <a:p>
            <a:pPr marL="1143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Eye-guided cursor control enables users to interact with a computer using eye movements instead of traditional input devices like mouse and keyboard.</a:t>
            </a:r>
          </a:p>
          <a:p>
            <a:pPr marL="1143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Eye-tracking devices use infrared sensors and cameras to detect and track eye movements, translating them into cursor movement.</a:t>
            </a:r>
          </a:p>
          <a:p>
            <a:pPr marL="1143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OpenCV (Open Source Computer Vision Library) is used to process eye-tracking data and enhance the accuracy and responsiveness of cursor control.</a:t>
            </a:r>
          </a:p>
          <a:p>
            <a:pPr marL="1143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allows for effortless interaction with digital interfaces, making computing more intuitive and accessible.</a:t>
            </a:r>
          </a:p>
          <a:p>
            <a:pPr marL="1143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 include improving gaming experiences, enabling gaze-based interaction, and enhancing user interfaces for greater convenience.</a:t>
            </a:r>
          </a:p>
          <a:p>
            <a:pPr marL="1143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goal is to create a more inclusive digital environment, fostering a user-friendly experience for individuals of all abilities.</a:t>
            </a:r>
          </a:p>
          <a:p>
            <a:pPr marL="1143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365125"/>
            <a:ext cx="10911840" cy="132588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595" y="1336675"/>
            <a:ext cx="10911205" cy="508889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input methods for cursor control include the mouse, touchpad, and stylus, which are widely used but may not be accessible for everyone.</a:t>
            </a: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conventional devices may present challenges for individuals with physical disabilities or motor impairments.</a:t>
            </a: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typically rely on physical manipulation of these devices to move the cursor, which may not be feasible for people with limited mobility.</a:t>
            </a: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accessibility features include options like mouse sensitivity adjustments, dwell clicking, and on-screen keyboards, which are intended to assist users with physical limitations.</a:t>
            </a: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adaptations, however, may not be comprehensive or sufficient for users with severe physical challenges.</a:t>
            </a:r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user experience remains limited for people with significant physical impairments, despite these accessibility features.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315" y="320040"/>
            <a:ext cx="10515600" cy="678815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Current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450" y="1233805"/>
            <a:ext cx="10674350" cy="5624830"/>
          </a:xfrm>
        </p:spPr>
        <p:txBody>
          <a:bodyPr>
            <a:noAutofit/>
          </a:bodyPr>
          <a:lstStyle/>
          <a:p>
            <a:pPr lv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Accurate eye movement detection is crucial for effective cursor control, as any inaccuracies lead to imprecise navigation.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Lighting conditions can affect the performance of eye-tracking systems, requiring adjustments for different environments.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Eye-tracking systems demand significant processing power, which may affect performance on devices with limited resources.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High-quality eye-tracking systems require expensive hardware, so affordable solutions using common devices are needed.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 system must work across various screen sizes and resolutions to maintain consistent cursor movement.</a:t>
            </a:r>
          </a:p>
          <a:p>
            <a:pPr lv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Integrating eye-tracking technology with existing software and operating systems requires overcoming compatibility challenges.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3550" y="381000"/>
            <a:ext cx="9511030" cy="6292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IN" alt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  <a:endParaRPr lang="en-US" alt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US" alt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5305" y="1257935"/>
            <a:ext cx="11520805" cy="4719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"Eye-Guided Cursor Control: Precision Through Vision" project aims to redefine traditional computer interaction by enabling cursor control through eye movements.</a:t>
            </a:r>
          </a:p>
          <a:p>
            <a:pPr marL="342900" indent="-34290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input devices, such as the mouse and touchpad, pose challenges for individuals with physical disabilities, making traditional methods unsuitable.</a:t>
            </a:r>
          </a:p>
          <a:p>
            <a:pPr marL="342900" indent="-34290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leverages OpenCV and computer vision technologies to create an accessible and intuitive solution for controlling digital interfaces.</a:t>
            </a:r>
          </a:p>
          <a:p>
            <a:pPr marL="342900" indent="-34290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with physical limitations often struggle with the precision and ease of use of existing alternatives, highlighting the need for a more effective solution.</a:t>
            </a:r>
          </a:p>
          <a:p>
            <a:pPr marL="342900" indent="-34290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Varying lighting conditions, camera specifications, and individual differences in eye behavior add complexity to ensuring the system's reliability and effectiveness.</a:t>
            </a:r>
          </a:p>
          <a:p>
            <a:pPr marL="342900" indent="-34290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create a reliable, accessible, and privacy-conscious solution for individuals facing challenges with traditional input methods.</a:t>
            </a:r>
            <a:endParaRPr lang="en-US" altLang="en-US" dirty="0"/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pPr>
              <a:lnSpc>
                <a:spcPct val="120000"/>
              </a:lnSpc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365760"/>
            <a:ext cx="4682490" cy="739775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54990" y="1404620"/>
            <a:ext cx="4360545" cy="2650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ses OpenCV for real-time eye movement tracking.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Detects gaze direction and translates it into cursor movement.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Includes blink detection for mouse click operations.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Adaptive calibration for individual user preferences.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6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704840" y="1470025"/>
            <a:ext cx="5843270" cy="405892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373495" y="365125"/>
            <a:ext cx="5414010" cy="739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ystem flow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A8A36-87E8-2C02-12F0-F69B15919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4B7A6-83A0-51F6-AA2F-E8ECA4CB3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493005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Hardware Requirements: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4GB (for smooth processing of video and real-time computations).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Disk: At least 256GB (to store the necessary software, dataset, and temporary processing files).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Webcam: A high-resolution camera (for accurate eye movement tracking).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i5 or equivalent (for real-time processing of gaze tracking).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Software Requirements: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7/8/10, Linux, or macOS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Required:</a:t>
            </a:r>
          </a:p>
          <a:p>
            <a:pPr marL="1200150" lvl="2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OpenCV: For image and video processing.</a:t>
            </a:r>
          </a:p>
          <a:p>
            <a:pPr marL="1200150" lvl="2" indent="-28575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real-time face and eye detection.</a:t>
            </a:r>
          </a:p>
          <a:p>
            <a:pPr marL="1200150" lvl="2" indent="-28575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PyAutoGUI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automating cursor movements.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IDEs: Visual Studio Code,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Notebook, or PyCharm (for development and debugging).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619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EE12-2252-8168-85B6-368A1FBB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876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E9AA7-8E88-C282-1140-A126017D2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Eye Detection Algorithm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and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eyes from a webcam feed.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landmark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eye positions.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gaze direction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cursor movement.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Feature-Based Movement Algorithm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movement direction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cursor position.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 position to screen coordinates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mathematical transformations.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 cursor speed based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and movement frequency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616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AACCF-0B7A-8C8C-FCED-8DCB6F90F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891"/>
            <a:ext cx="10938164" cy="559507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Eye Blink Detection Algorithm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blinks by tracking changes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landmark positions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upper and lower eyelids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blinking.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blink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Long blink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click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System Performance Optimization Algorithm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eye-tracking to ensure real-time response.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acceleration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multi-threading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performance.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out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detections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prevent cursor instability.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4325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FD66A-AA77-5466-FC38-8EC830DD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20683-0B7C-186D-B084-8D05138E8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6"/>
            <a:ext cx="10938164" cy="48469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Eye-Tracking Dataset (Processed Data)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analyzes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eye movement data.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includes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varied lighting conditions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user eye movements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system accuracy.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6660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00" y="146685"/>
            <a:ext cx="10883900" cy="85026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996950"/>
            <a:ext cx="10883900" cy="5180330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In conclusion,The eye-guided cursor control system provides an innovative solution for individuals with physical disabilities to interact with computers using eye movements.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It eliminates the need for external devices, requiring only simple hardware like a webcam, making it more accessible.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technology enhances communication and accessibility for people with mobility challenges.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It has potential applications in various environments such as homes, nursing homes, and hospitals.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system aims to improve the quality of life for individuals with mobility impairments by providing an easy way to express their needs and ideas.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2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system contributes to a more inclusive digital environment for people with physical disabilities.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22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5770" y="1428115"/>
            <a:ext cx="11470005" cy="5241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Venkata Sai Bhargavi, B. Srikanth, M. Konda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Guravaiah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Naga Deepthi and V. Siva, "Eyeball Based Cursor Movement Using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European Journal of Molecular &amp; Clinical Medicine, vol. 09, no. 03, 2022.</a:t>
            </a: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Sreenivas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Mekala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Harsha Vardhan Rao, CH. Pavan Kumar and R. Lokesh Associate Professors, "Human-Eye Controlled Virtual Mouse", International Journal for Research in Applied Science &amp; Engineering Technology (IJRASET), vol. 10, no. VI, June 2022.</a:t>
            </a: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Meena, M. Kumar, and M.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Jangra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"Controlling Mouse Motions Using Eye Tracking Using Computer Vision", 2020 4th International Conference on Intelligent Computing and Control Systems (ICICCS), pp. 1001-1005, 2020.</a:t>
            </a: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K. M. Rahman, M. M. Zubair, H. Ansari, and F. Mohamed, "Eye-controlled mouse cursor for a physically disabled individual", 2018 Advances in Science and Engineering Technology International Conferences (ASET), pp. 1-4, 2018.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05155" y="445135"/>
            <a:ext cx="5374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51015" y="2211978"/>
            <a:ext cx="7698559" cy="1732189"/>
          </a:xfrm>
        </p:spPr>
        <p:txBody>
          <a:bodyPr>
            <a:normAutofit/>
          </a:bodyPr>
          <a:lstStyle/>
          <a:p>
            <a:pPr algn="ctr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1364</Words>
  <Application>Microsoft Office PowerPoint</Application>
  <PresentationFormat>Widescreen</PresentationFormat>
  <Paragraphs>126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VisionPointer: Real-Time Eye Tracking for Cursor Navigation</vt:lpstr>
      <vt:lpstr>Introduction</vt:lpstr>
      <vt:lpstr>Abstract</vt:lpstr>
      <vt:lpstr>Existing System</vt:lpstr>
      <vt:lpstr>Challenges in Current Systems</vt:lpstr>
      <vt:lpstr>PowerPoint Presentation</vt:lpstr>
      <vt:lpstr>Proposed System</vt:lpstr>
      <vt:lpstr>Requirement Analysis </vt:lpstr>
      <vt:lpstr>Algorithms</vt:lpstr>
      <vt:lpstr>PowerPoint Presentation</vt:lpstr>
      <vt:lpstr>Datasets</vt:lpstr>
      <vt:lpstr>Conclusion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ANALYSICS ON AMAZON PRODUCT REVIEWS</dc:title>
  <dc:creator>Sripal.K</dc:creator>
  <cp:lastModifiedBy>saisree reddy</cp:lastModifiedBy>
  <cp:revision>37</cp:revision>
  <dcterms:created xsi:type="dcterms:W3CDTF">2023-07-25T15:25:00Z</dcterms:created>
  <dcterms:modified xsi:type="dcterms:W3CDTF">2025-03-05T03:28:36Z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8E19217E438145679CA30972D6D01B5E_12</vt:lpwstr>
  </property>
  <property fmtid="{D5CDD505-2E9C-101B-9397-08002B2CF9AE}" pid="3" name="KSOProductBuildVer">
    <vt:lpwstr>1033-12.2.0.19826</vt:lpwstr>
  </property>
</Properties>
</file>